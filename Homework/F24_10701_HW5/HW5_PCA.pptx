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24"/>
  </p:normalViewPr>
  <p:slideViewPr>
    <p:cSldViewPr snapToGrid="0">
      <p:cViewPr varScale="1">
        <p:scale>
          <a:sx n="106" d="100"/>
          <a:sy n="106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ED4BC-A52B-1848-B2DA-6EFA6A23D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21131-987D-392C-5C11-7D3C86CEB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4876C-17F7-5225-DC46-C18CDDF11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E5D8-FC2A-DA4C-9A85-272563F29948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087E5-B898-94A9-46B9-37346B701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A12B3-F270-5F93-65A6-C16D4B8F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E8961-D20C-1240-88A2-2F5F3771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43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992F9-1945-7CDE-C71B-33775CC7A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168BC-74E5-089D-CCEA-495387B11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49F1F-AA17-C949-CC0E-92F98F01E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E5D8-FC2A-DA4C-9A85-272563F29948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00C7F-714F-7490-7E9C-7C32F3E6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1E7FD-7467-47BE-5B67-C86BECEBD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E8961-D20C-1240-88A2-2F5F3771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42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3F28E-B69D-2870-1CCD-8282ABA17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799D2-17FC-37A5-358E-B79206283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CD8B9-9101-42B8-4CC5-A302D9545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E5D8-FC2A-DA4C-9A85-272563F29948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5970C-F3E2-BC24-3340-D9251B299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C1AFF-1C9E-A0C7-7C85-C82521D2B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E8961-D20C-1240-88A2-2F5F3771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02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31D04-05CF-9C3B-BCE9-607214CA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7F4D-1DC8-3A7E-AB3C-6E353AE31B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312C1-7230-4823-D59E-0A6EA3E72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4E9CD-0932-6ED3-698E-9825A2011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E5D8-FC2A-DA4C-9A85-272563F29948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67034-1133-1AA9-2D84-0926631A4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96796-31B1-FED5-B152-C5E6F4BE0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E8961-D20C-1240-88A2-2F5F3771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662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9C5D7-712A-FDAF-AEB2-88F10330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673C6-F851-2ED2-2A47-469D96B2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9B19F4-6334-9DF0-1C5D-40FE7114C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AA078C-E1EA-FEB8-037E-2C8EA3516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DB0697-728A-3BAB-9C8E-1869CCBC3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48A2AD-1466-9CCE-22A4-EACBA5E45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E5D8-FC2A-DA4C-9A85-272563F29948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6E438C-BF8A-28E6-C3CF-F08279949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0462E-E3CF-A602-D179-1565762F2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E8961-D20C-1240-88A2-2F5F3771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61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7FED-EC96-6415-BF7D-CDAADF7F0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BCCDC-A255-1A1C-509A-6AE27E6C9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E5D8-FC2A-DA4C-9A85-272563F29948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FCB81-B0C1-CDF2-8566-94F4885BD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60618-1DE9-4D1A-AA1F-241C5198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E8961-D20C-1240-88A2-2F5F3771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06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FDAB55-5E5F-2FC8-16B5-0F925D0FD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E5D8-FC2A-DA4C-9A85-272563F29948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BDFCD-E772-4E08-087D-6DC6575B8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EB0E5-ECF1-93EE-6857-863B51B72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E8961-D20C-1240-88A2-2F5F3771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6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C525E-2234-62FB-556D-15B08C00D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F9A73-56DB-4BA9-DC2B-DCE2D3EA3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C43E2-2B4E-FCA9-ED7F-1336A6994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B50D4-D63D-B0D3-D39D-2B47D1D0C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E5D8-FC2A-DA4C-9A85-272563F29948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70A66-2099-6286-D08F-B2E4C7558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E21CC-4AF3-DF15-82D8-56496358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E8961-D20C-1240-88A2-2F5F3771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5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7C0F7-E2AC-8AF6-B24A-33E0DA81E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176BCE-A622-09DD-CCF9-92F04D5FFD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3CA5F-E64A-7577-034D-073C2FC26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E44CF-15A4-8F79-32A4-D5D97DEC7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E5D8-FC2A-DA4C-9A85-272563F29948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8F7D3-54C3-777E-4969-D374B6612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C04A6-757D-6362-1608-F6338F6D0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E8961-D20C-1240-88A2-2F5F3771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95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018CC-6F3E-ECB3-4ED6-AB8A279BC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1448C-352F-92E5-1AD6-41377473D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AD406-E642-D5B2-98E1-DB5FD3150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E5D8-FC2A-DA4C-9A85-272563F29948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97ECD-A21D-544F-8746-BAF95BE5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8FED3-22B5-7C81-2BDC-6479C3E69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E8961-D20C-1240-88A2-2F5F3771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258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D2EA9E-9B89-D640-B38F-76D534FEE7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1FE35-07AF-0507-D6F1-E54E99FB6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A6D2B-89AC-F165-8A6F-9466F2413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E5D8-FC2A-DA4C-9A85-272563F29948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DFD8E-DB0E-8B28-6130-88EEB91B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ED3A7-F52A-4129-C82F-9B108B081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E8961-D20C-1240-88A2-2F5F3771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86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9764E5-9571-AD61-21D0-0DF40DF95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B1CF9-8701-6C8E-E9E9-5A7731F70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00FB3-DC3D-E69F-93E6-ABCAACCAF6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D0E5D8-FC2A-DA4C-9A85-272563F29948}" type="datetimeFigureOut">
              <a:rPr lang="en-US" smtClean="0"/>
              <a:t>11/26/24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7856E-7451-766F-709B-1DE303C84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B9F52-FC85-0489-C478-3726422F2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E8961-D20C-1240-88A2-2F5F37717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97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line graph&#10;&#10;Description automatically generated">
            <a:extLst>
              <a:ext uri="{FF2B5EF4-FFF2-40B4-BE49-F238E27FC236}">
                <a16:creationId xmlns:a16="http://schemas.microsoft.com/office/drawing/2014/main" id="{E044C64F-A86E-81CE-B0AF-544592F13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9" y="721755"/>
            <a:ext cx="5586378" cy="5414489"/>
          </a:xfrm>
          <a:prstGeom prst="rect">
            <a:avLst/>
          </a:prstGeom>
        </p:spPr>
      </p:pic>
      <p:pic>
        <p:nvPicPr>
          <p:cNvPr id="7" name="Picture 6" descr="A graph of numbers and points&#10;&#10;Description automatically generated">
            <a:extLst>
              <a:ext uri="{FF2B5EF4-FFF2-40B4-BE49-F238E27FC236}">
                <a16:creationId xmlns:a16="http://schemas.microsoft.com/office/drawing/2014/main" id="{AC49E709-CC36-8E25-9B0C-6061A602E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961" y="1028699"/>
            <a:ext cx="6299200" cy="48006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9FB4E75-50CF-3D90-414F-C7539F1A3F96}"/>
              </a:ext>
            </a:extLst>
          </p:cNvPr>
          <p:cNvCxnSpPr>
            <a:cxnSpLocks/>
          </p:cNvCxnSpPr>
          <p:nvPr/>
        </p:nvCxnSpPr>
        <p:spPr>
          <a:xfrm flipV="1">
            <a:off x="833095" y="854242"/>
            <a:ext cx="4725494" cy="47291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F085D5-0230-AD1A-BFC3-E71E5DA4E385}"/>
              </a:ext>
            </a:extLst>
          </p:cNvPr>
          <p:cNvSpPr txBox="1"/>
          <p:nvPr/>
        </p:nvSpPr>
        <p:spPr>
          <a:xfrm>
            <a:off x="4947524" y="1491916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PC1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17E5E5-C80B-A576-3BD7-3F6505C75781}"/>
              </a:ext>
            </a:extLst>
          </p:cNvPr>
          <p:cNvCxnSpPr>
            <a:cxnSpLocks/>
          </p:cNvCxnSpPr>
          <p:nvPr/>
        </p:nvCxnSpPr>
        <p:spPr>
          <a:xfrm>
            <a:off x="2069432" y="2069432"/>
            <a:ext cx="2310063" cy="228600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E8BBF5E-EBC6-D266-7710-07ABA8E8A7D1}"/>
              </a:ext>
            </a:extLst>
          </p:cNvPr>
          <p:cNvSpPr txBox="1"/>
          <p:nvPr/>
        </p:nvSpPr>
        <p:spPr>
          <a:xfrm>
            <a:off x="3883237" y="3469286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PC2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FC4014-4718-11F1-CED5-2C85193C3A80}"/>
              </a:ext>
            </a:extLst>
          </p:cNvPr>
          <p:cNvCxnSpPr>
            <a:cxnSpLocks/>
          </p:cNvCxnSpPr>
          <p:nvPr/>
        </p:nvCxnSpPr>
        <p:spPr>
          <a:xfrm flipV="1">
            <a:off x="7820526" y="1155032"/>
            <a:ext cx="2646948" cy="4150894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ABEDABD-80CF-D30F-8914-34C1E3FB49C0}"/>
              </a:ext>
            </a:extLst>
          </p:cNvPr>
          <p:cNvSpPr txBox="1"/>
          <p:nvPr/>
        </p:nvSpPr>
        <p:spPr>
          <a:xfrm>
            <a:off x="10467474" y="1367408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PC1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471B3A-613D-B630-2C5E-B05E05E359B2}"/>
              </a:ext>
            </a:extLst>
          </p:cNvPr>
          <p:cNvCxnSpPr>
            <a:cxnSpLocks/>
          </p:cNvCxnSpPr>
          <p:nvPr/>
        </p:nvCxnSpPr>
        <p:spPr>
          <a:xfrm>
            <a:off x="7209461" y="2069432"/>
            <a:ext cx="3869078" cy="206943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0749A8C-80D8-105C-FCE0-037A8393DEF8}"/>
              </a:ext>
            </a:extLst>
          </p:cNvPr>
          <p:cNvSpPr txBox="1"/>
          <p:nvPr/>
        </p:nvSpPr>
        <p:spPr>
          <a:xfrm>
            <a:off x="10970284" y="3622050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PC2</a:t>
            </a:r>
          </a:p>
        </p:txBody>
      </p:sp>
    </p:spTree>
    <p:extLst>
      <p:ext uri="{BB962C8B-B14F-4D97-AF65-F5344CB8AC3E}">
        <p14:creationId xmlns:p14="http://schemas.microsoft.com/office/powerpoint/2010/main" val="3615430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5694</TotalTime>
  <Words>4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McDonnell</dc:creator>
  <cp:lastModifiedBy>Laura McDonnell</cp:lastModifiedBy>
  <cp:revision>1</cp:revision>
  <dcterms:created xsi:type="dcterms:W3CDTF">2024-11-27T02:45:05Z</dcterms:created>
  <dcterms:modified xsi:type="dcterms:W3CDTF">2024-12-01T01:39:33Z</dcterms:modified>
</cp:coreProperties>
</file>